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9" r:id="rId4"/>
    <p:sldId id="263" r:id="rId5"/>
    <p:sldId id="262" r:id="rId6"/>
    <p:sldId id="260" r:id="rId7"/>
    <p:sldId id="261" r:id="rId8"/>
    <p:sldId id="25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43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71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73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3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13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79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28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56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6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48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469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674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17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612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246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011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97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896124B-972C-46B7-AA36-853F9402C06D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1B2598E-BA78-4E04-BC7D-1B1D71193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077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9F1C-15C9-C65E-1191-C0DAEB144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0"/>
            <a:ext cx="9144000" cy="2387600"/>
          </a:xfrm>
        </p:spPr>
        <p:txBody>
          <a:bodyPr/>
          <a:lstStyle/>
          <a:p>
            <a:r>
              <a:rPr lang="sr-Latn-ME" dirty="0"/>
              <a:t>JDM Legende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ED948-4ABB-B42F-5A14-14B6ACF84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455" y="4895927"/>
            <a:ext cx="1877085" cy="387036"/>
          </a:xfrm>
        </p:spPr>
        <p:txBody>
          <a:bodyPr>
            <a:normAutofit lnSpcReduction="10000"/>
          </a:bodyPr>
          <a:lstStyle/>
          <a:p>
            <a:r>
              <a:rPr lang="sr-Latn-ME" dirty="0"/>
              <a:t>Vuk Delibašić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74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3864-27FD-F292-298A-CF582E1D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905000"/>
          </a:xfrm>
        </p:spPr>
        <p:txBody>
          <a:bodyPr/>
          <a:lstStyle/>
          <a:p>
            <a:pPr algn="ctr"/>
            <a:r>
              <a:rPr lang="sr-Latn-ME" dirty="0"/>
              <a:t>Nissan skyline GT-R </a:t>
            </a:r>
            <a:r>
              <a:rPr lang="en-US" dirty="0"/>
              <a:t>(R32), “</a:t>
            </a:r>
            <a:r>
              <a:rPr lang="en-US" dirty="0" err="1"/>
              <a:t>GodzilLa</a:t>
            </a:r>
            <a:r>
              <a:rPr lang="en-US" dirty="0"/>
              <a:t>”</a:t>
            </a:r>
            <a:endParaRPr lang="en-GB" dirty="0"/>
          </a:p>
        </p:txBody>
      </p:sp>
      <p:pic>
        <p:nvPicPr>
          <p:cNvPr id="4" name="Picture 3" descr="Iconic Auctioneers | 1992 Nissan Skyline R32 GT-R-For Sale">
            <a:extLst>
              <a:ext uri="{FF2B5EF4-FFF2-40B4-BE49-F238E27FC236}">
                <a16:creationId xmlns:a16="http://schemas.microsoft.com/office/drawing/2014/main" id="{A20F2A21-50D2-3713-E5CF-9C7D0293C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30" y="1574932"/>
            <a:ext cx="7211739" cy="48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8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C849-7FC5-75C6-AD74-6B85B1CD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69410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Honda NSX(</a:t>
            </a:r>
            <a:r>
              <a:rPr lang="en-US" dirty="0" err="1"/>
              <a:t>Zenki</a:t>
            </a:r>
            <a:r>
              <a:rPr lang="en-US" dirty="0"/>
              <a:t>)”</a:t>
            </a:r>
            <a:r>
              <a:rPr lang="en-US" dirty="0" err="1"/>
              <a:t>Japanski</a:t>
            </a:r>
            <a:r>
              <a:rPr lang="en-US" dirty="0"/>
              <a:t> Ferrari”</a:t>
            </a:r>
            <a:endParaRPr lang="en-GB" dirty="0"/>
          </a:p>
        </p:txBody>
      </p:sp>
      <p:pic>
        <p:nvPicPr>
          <p:cNvPr id="5" name="Picture 4" descr="1991 Honda NSX NA1 NSX, ADVANCE Aero, Bilstein Height Adjsutable Coilovers,  ZEES Muffler, Bride XERO VS Seats | TOPRANK GLOBAL">
            <a:extLst>
              <a:ext uri="{FF2B5EF4-FFF2-40B4-BE49-F238E27FC236}">
                <a16:creationId xmlns:a16="http://schemas.microsoft.com/office/drawing/2014/main" id="{CF2509F0-4F98-4C65-B625-F37D25D02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61" b="9612"/>
          <a:stretch>
            <a:fillRect/>
          </a:stretch>
        </p:blipFill>
        <p:spPr>
          <a:xfrm>
            <a:off x="2191975" y="1403287"/>
            <a:ext cx="7804874" cy="439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5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6C1F-FE31-77C6-7473-738238B9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2195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Mazda RX-7</a:t>
            </a:r>
            <a:endParaRPr lang="en-GB" dirty="0"/>
          </a:p>
        </p:txBody>
      </p:sp>
      <p:pic>
        <p:nvPicPr>
          <p:cNvPr id="4" name="Picture 3" descr="Generation Gap: Ranking each and every Mazda RX-7">
            <a:extLst>
              <a:ext uri="{FF2B5EF4-FFF2-40B4-BE49-F238E27FC236}">
                <a16:creationId xmlns:a16="http://schemas.microsoft.com/office/drawing/2014/main" id="{501E7D3B-1AFC-8309-0781-22392B50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35" y="2025714"/>
            <a:ext cx="10150754" cy="3632702"/>
          </a:xfrm>
          <a:prstGeom prst="rect">
            <a:avLst/>
          </a:prstGeom>
        </p:spPr>
      </p:pic>
      <p:pic>
        <p:nvPicPr>
          <p:cNvPr id="5" name="Picture 4" descr="Doritos® Nacho Cheese Flavored Tortilla Chips, 1.75 oz - Foods Co.">
            <a:extLst>
              <a:ext uri="{FF2B5EF4-FFF2-40B4-BE49-F238E27FC236}">
                <a16:creationId xmlns:a16="http://schemas.microsoft.com/office/drawing/2014/main" id="{AED32D05-8458-80D5-DABE-E7E6E9F33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953" y="3543301"/>
            <a:ext cx="244444" cy="244444"/>
          </a:xfrm>
          <a:prstGeom prst="rect">
            <a:avLst/>
          </a:prstGeom>
        </p:spPr>
      </p:pic>
      <p:pic>
        <p:nvPicPr>
          <p:cNvPr id="6" name="Picture 5" descr="Doritos® Nacho Cheese Flavored Tortilla Chips, 1.75 oz - Foods Co.">
            <a:extLst>
              <a:ext uri="{FF2B5EF4-FFF2-40B4-BE49-F238E27FC236}">
                <a16:creationId xmlns:a16="http://schemas.microsoft.com/office/drawing/2014/main" id="{CD44754C-B2BE-8D6E-04DF-E45CF698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825" y="3474622"/>
            <a:ext cx="241190" cy="2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2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745D-B8F3-0595-19CB-A4004BB5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0713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Mazda Mx-5 (NA)</a:t>
            </a:r>
            <a:endParaRPr lang="en-GB" dirty="0"/>
          </a:p>
        </p:txBody>
      </p:sp>
      <p:pic>
        <p:nvPicPr>
          <p:cNvPr id="4" name="Content Placeholder 3" descr="Mazda MX5 NA - 1995 | Benzin">
            <a:extLst>
              <a:ext uri="{FF2B5EF4-FFF2-40B4-BE49-F238E27FC236}">
                <a16:creationId xmlns:a16="http://schemas.microsoft.com/office/drawing/2014/main" id="{9E9DCDDC-8843-483B-C0EA-B09AFBB77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1926" y="1665167"/>
            <a:ext cx="6788148" cy="452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D316-98C2-9661-2E53-66DD9B08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78464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Mitsubishi 3000GT VR4</a:t>
            </a:r>
            <a:endParaRPr lang="en-GB" dirty="0"/>
          </a:p>
        </p:txBody>
      </p:sp>
      <p:pic>
        <p:nvPicPr>
          <p:cNvPr id="5" name="Picture 4" descr="Mitsubishi 3000gt vr4 [1920×1080] : r/carporn">
            <a:extLst>
              <a:ext uri="{FF2B5EF4-FFF2-40B4-BE49-F238E27FC236}">
                <a16:creationId xmlns:a16="http://schemas.microsoft.com/office/drawing/2014/main" id="{AF8BE6EF-401D-40D4-558B-9D5542A6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74" y="1260777"/>
            <a:ext cx="8606451" cy="4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8740-EA74-E037-B493-A94FDD78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Subaru </a:t>
            </a:r>
            <a:r>
              <a:rPr lang="en-US" dirty="0" err="1"/>
              <a:t>Imreza</a:t>
            </a:r>
            <a:r>
              <a:rPr lang="en-US" dirty="0"/>
              <a:t> </a:t>
            </a:r>
            <a:r>
              <a:rPr lang="en-US" dirty="0" err="1"/>
              <a:t>wrx</a:t>
            </a:r>
            <a:r>
              <a:rPr lang="en-US" dirty="0"/>
              <a:t> </a:t>
            </a:r>
            <a:r>
              <a:rPr lang="en-US" dirty="0" err="1"/>
              <a:t>sti</a:t>
            </a:r>
            <a:r>
              <a:rPr lang="en-US" dirty="0"/>
              <a:t>(Rally Legend)</a:t>
            </a:r>
            <a:endParaRPr lang="en-GB" dirty="0"/>
          </a:p>
        </p:txBody>
      </p:sp>
      <p:pic>
        <p:nvPicPr>
          <p:cNvPr id="4" name="Content Placeholder 3" descr="Subaru Impreza GC8 WRX STI Type R Version 6 Limited for auction">
            <a:extLst>
              <a:ext uri="{FF2B5EF4-FFF2-40B4-BE49-F238E27FC236}">
                <a16:creationId xmlns:a16="http://schemas.microsoft.com/office/drawing/2014/main" id="{F2C216AA-F3F5-3BC6-D912-CC42B13A8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2355" y="1352955"/>
            <a:ext cx="7107289" cy="47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5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5EDF-6976-5005-DD3C-FB0BBB749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5980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Toyota MR2 Turbo (SW20 Rev3)</a:t>
            </a:r>
            <a:endParaRPr lang="en-GB" dirty="0"/>
          </a:p>
        </p:txBody>
      </p:sp>
      <p:pic>
        <p:nvPicPr>
          <p:cNvPr id="5" name="Picture 4" descr="Driving an SW20 Toyota MR2 Is Proof of the Divine">
            <a:extLst>
              <a:ext uri="{FF2B5EF4-FFF2-40B4-BE49-F238E27FC236}">
                <a16:creationId xmlns:a16="http://schemas.microsoft.com/office/drawing/2014/main" id="{1485E5BB-A398-E01A-7920-971FD2BA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64" r="16118"/>
          <a:stretch>
            <a:fillRect/>
          </a:stretch>
        </p:blipFill>
        <p:spPr>
          <a:xfrm>
            <a:off x="2224186" y="1478949"/>
            <a:ext cx="7743627" cy="445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5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2D51-9705-415F-2EC3-3E755DFC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3141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Toyota Mark ii Tourer v (jzx100)</a:t>
            </a:r>
            <a:endParaRPr lang="en-GB" dirty="0"/>
          </a:p>
        </p:txBody>
      </p:sp>
      <p:pic>
        <p:nvPicPr>
          <p:cNvPr id="4" name="Picture 3" descr="1999 Toyota Mark II JZX100 TOURER V 1JZGTE! | Importify Cars">
            <a:extLst>
              <a:ext uri="{FF2B5EF4-FFF2-40B4-BE49-F238E27FC236}">
                <a16:creationId xmlns:a16="http://schemas.microsoft.com/office/drawing/2014/main" id="{390589D0-EA9D-97C8-24A2-269291A2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85" b="5668"/>
          <a:stretch>
            <a:fillRect/>
          </a:stretch>
        </p:blipFill>
        <p:spPr>
          <a:xfrm>
            <a:off x="1759390" y="1501592"/>
            <a:ext cx="8673220" cy="490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1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29</TotalTime>
  <Words>54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JDM Legende</vt:lpstr>
      <vt:lpstr>Nissan skyline GT-R (R32), “GodzilLa”</vt:lpstr>
      <vt:lpstr>Honda NSX(Zenki)”Japanski Ferrari”</vt:lpstr>
      <vt:lpstr>Mazda RX-7</vt:lpstr>
      <vt:lpstr>Mazda Mx-5 (NA)</vt:lpstr>
      <vt:lpstr>Mitsubishi 3000GT VR4</vt:lpstr>
      <vt:lpstr>Subaru Imreza wrx sti(Rally Legend)</vt:lpstr>
      <vt:lpstr>Toyota MR2 Turbo (SW20 Rev3)</vt:lpstr>
      <vt:lpstr>Toyota Mark ii Tourer v (jzx100)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 Delibasic</dc:creator>
  <cp:lastModifiedBy>Jana Delibasic</cp:lastModifiedBy>
  <cp:revision>2</cp:revision>
  <dcterms:created xsi:type="dcterms:W3CDTF">2026-10-26T15:09:50Z</dcterms:created>
  <dcterms:modified xsi:type="dcterms:W3CDTF">2026-10-26T15:39:56Z</dcterms:modified>
</cp:coreProperties>
</file>